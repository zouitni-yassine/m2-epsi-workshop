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rchitecture" id="{1e0949cc-2992-3f60-9460-c4984fb809b3}">
          <p14:sldIdLst>
            <p14:sldId id="256"/>
            <p14:sldId id="257"/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10312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Eyebrow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560320"/>
            <a:ext cx="105156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Titre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931920"/>
            <a:ext cx="96926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A9BCC2"/>
                </a:solidFill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A9BCC2"/>
                </a:solidFill>
              </a:rPr>
              <a:t>Sous-titre</a:t>
            </a: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Titre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1031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M2 EPSI  ·  WORKSHOP 2026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5603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Project RESILIENCE-ALPHA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93192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A9BCC2"/>
                </a:solidFill>
              </a:rPr>
              <a:t>Une plateforme de paiement conteneurisée qui détecte l'anomalie par apprentissage, se répare, puis prouve la reprise par une transaction réelle — sans intervention humaine.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1554480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43000" y="14813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0 intervention humaine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Vue d'ensemble</a:t>
            </a:r>
            <a:endParaRPr lang="en-US" sz="2800" dirty="0"/>
          </a:p>
        </p:txBody>
      </p:sp>
      <p:pic>
        <p:nvPicPr>
          <p:cNvPr id="3" name="Image 0" descr="diagram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960120"/>
            <a:ext cx="9966960" cy="578815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20040" y="1463040"/>
            <a:ext cx="274320" cy="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01752" y="149961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Attaque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320040" y="1847088"/>
            <a:ext cx="274320" cy="0"/>
          </a:xfrm>
          <a:prstGeom prst="line">
            <a:avLst/>
          </a:prstGeom>
          <a:noFill/>
          <a:ln w="31750">
            <a:solidFill>
              <a:schemeClr val="tx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01752" y="188366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Métier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20040" y="2231136"/>
            <a:ext cx="274320" cy="0"/>
          </a:xfrm>
          <a:prstGeom prst="line">
            <a:avLst/>
          </a:prstGeom>
          <a:noFill/>
          <a:ln w="31750">
            <a:solidFill>
              <a:schemeClr val="accent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01752" y="226771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Observation ML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0040" y="2615184"/>
            <a:ext cx="27432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1752" y="2651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Remédiation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20040" y="2999232"/>
            <a:ext cx="274320" cy="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01752" y="303580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Preuve de reprise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Le cycle de résilience, en quatre états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15184" cy="2834640"/>
          </a:xfrm>
          <a:prstGeom prst="roundRect">
            <a:avLst>
              <a:gd name="adj" fmla="val 27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D1B1E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847088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0432" y="17556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Sain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Score d'anomalie bas, la transaction de contrôle passe, le trafic métier s'écoule.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145536" y="2743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392424" y="1554480"/>
            <a:ext cx="2615184" cy="2834640"/>
          </a:xfrm>
          <a:prstGeom prst="roundRect">
            <a:avLst>
              <a:gd name="adj" fmla="val 27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D1B1E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66744" y="1847088"/>
            <a:ext cx="237744" cy="23774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014216" y="17556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Anomalie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666744" y="233172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Score au-dessus du seuil plusieurs secondes de suite. Verdict confirmé par le détecteur.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2743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236208" y="1554480"/>
            <a:ext cx="2615184" cy="2834640"/>
          </a:xfrm>
          <a:prstGeom prst="roundRect">
            <a:avLst>
              <a:gd name="adj" fmla="val 27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D1B1E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10528" y="1847088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0" y="17556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Remédiation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510528" y="233172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Le moteur applique le playbook : bannir l'IP, recréer le conteneur ou restaurer la base.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833104" y="2743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079992" y="1554480"/>
            <a:ext cx="2615184" cy="2834640"/>
          </a:xfrm>
          <a:prstGeom prst="roundRect">
            <a:avLst>
              <a:gd name="adj" fmla="val 27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D1B1E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354312" y="1847088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701784" y="17556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Rétabli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354312" y="233172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Transaction de contrôle réussie. « Service rétabli en N s — 0 intervention humaine. »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846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Pendant toute la séquence, personne ne touche au clavier — c'est le point que le jury note.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5577840"/>
            <a:ext cx="2615184" cy="502920"/>
          </a:xfrm>
          <a:prstGeom prst="roundRect">
            <a:avLst>
              <a:gd name="adj" fmla="val 490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5577840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Vault / SOPS · secrets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392424" y="5577840"/>
            <a:ext cx="2615184" cy="502920"/>
          </a:xfrm>
          <a:prstGeom prst="roundRect">
            <a:avLst>
              <a:gd name="adj" fmla="val 490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83864" y="5577840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Ansible · déploiement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36208" y="5577840"/>
            <a:ext cx="2615184" cy="502920"/>
          </a:xfrm>
          <a:prstGeom prst="roundRect">
            <a:avLst>
              <a:gd name="adj" fmla="val 490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27648" y="5577840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Ollama + LangChain · RAG local ≤ 8 B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079992" y="5577840"/>
            <a:ext cx="2615184" cy="502920"/>
          </a:xfrm>
          <a:prstGeom prst="roundRect">
            <a:avLst>
              <a:gd name="adj" fmla="val 490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71432" y="5577840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Docker Compose · orchestration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silience Alpha">
  <a:themeElements>
    <a:clrScheme name="Resilience Alpha">
      <a:dk1>
        <a:srgbClr val="0D1B1E"/>
      </a:dk1>
      <a:lt1>
        <a:srgbClr val="FFFFFF"/>
      </a:lt1>
      <a:dk2>
        <a:srgbClr val="0F2024"/>
      </a:dk2>
      <a:lt2>
        <a:srgbClr val="F4F6F8"/>
      </a:lt2>
      <a:accent1>
        <a:srgbClr val="1F6FEB"/>
      </a:accent1>
      <a:accent2>
        <a:srgbClr val="0F9D6B"/>
      </a:accent2>
      <a:accent3>
        <a:srgbClr val="D7263D"/>
      </a:accent3>
      <a:accent4>
        <a:srgbClr val="B26A00"/>
      </a:accent4>
      <a:accent5>
        <a:srgbClr val="5A6B70"/>
      </a:accent5>
      <a:accent6>
        <a:srgbClr val="D4DDE0"/>
      </a:accent6>
      <a:hlink>
        <a:srgbClr val="1F6FEB"/>
      </a:hlink>
      <a:folHlink>
        <a:srgbClr val="1F6FEB"/>
      </a:folHlink>
    </a:clrScheme>
    <a:fontScheme name="Resilience Alph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Architecture RESILIENCE-ALPHA</dc:title>
  <dc:subject>PptxGenJS Presentation</dc:subject>
  <dc:creator>Zouitni Yassine</dc:creator>
  <cp:lastModifiedBy>Zouitni Yassine</cp:lastModifiedBy>
  <cp:revision>1</cp:revision>
  <dcterms:created xsi:type="dcterms:W3CDTF">2026-10-20T08:04:13Z</dcterms:created>
  <dcterms:modified xsi:type="dcterms:W3CDTF">2026-10-20T08:04:13Z</dcterms:modified>
</cp:coreProperties>
</file>