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a4f89451-03ac-a1b9-f514-75ff61224e9a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Eyebrow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A9BCC2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A9BCC2"/>
                </a:solidFill>
              </a:rPr>
              <a:t>Sous-titre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Titre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M2 EPSI  ·  WORKSHOP 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Project RESILIENCE-ALPHA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A9BCC2"/>
                </a:solidFill>
              </a:rPr>
              <a:t>Une plateforme de paiement conteneurisée qui détecte l'anomalie par apprentissage, se répare, puis prouve la reprise par une transaction réelle — sans intervention humaine.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0 intervention humaine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Vue d'ensemble</a:t>
            </a:r>
            <a:endParaRPr lang="en-US" sz="2800" dirty="0"/>
          </a:p>
        </p:txBody>
      </p:sp>
      <p:pic>
        <p:nvPicPr>
          <p:cNvPr id="3" name="Image 0" descr="diagram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914400"/>
            <a:ext cx="9116568" cy="5760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1463040"/>
            <a:ext cx="27432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01752" y="14996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Attaque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20040" y="1847088"/>
            <a:ext cx="27432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1752" y="18836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Métier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0040" y="2231136"/>
            <a:ext cx="27432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" y="2267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Observation ML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" y="2615184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Remédiation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2999232"/>
            <a:ext cx="2743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1752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Preuve de reprise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 cycle de résilience, en quatre états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4708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Score d'anomalie bas, la transaction de contrôle passe, le trafic métier s'écoule.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45536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2424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6744" y="184708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14216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Anomalie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Score au-dessus du seuil plusieurs secondes de suite. Verdict confirmé par le détecteur.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36208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8470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Remédiation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Le moteur applique le playbook : bannir l'IP, recréer le conteneur ou restaurer la base.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33104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79992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54312" y="184708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01784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Rétabli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54312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Transaction de contrôle réussie. « Service rétabli en N s — 0 intervention humaine. »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Pendant toute la séquence, personne ne touche au clavier — c'est le point que le jury note.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Vault / SOPS · secrets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92424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Ansible · déploiement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6208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Ollama + LangChain · RAG local ≤ 8 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9992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71432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Compose &amp; Swarm · orchestration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ilience Alpha">
  <a:themeElements>
    <a:clrScheme name="Resilience Alpha">
      <a:dk1>
        <a:srgbClr val="0D1B1E"/>
      </a:dk1>
      <a:lt1>
        <a:srgbClr val="FFFFFF"/>
      </a:lt1>
      <a:dk2>
        <a:srgbClr val="0F2024"/>
      </a:dk2>
      <a:lt2>
        <a:srgbClr val="F4F6F8"/>
      </a:lt2>
      <a:accent1>
        <a:srgbClr val="1F6FEB"/>
      </a:accent1>
      <a:accent2>
        <a:srgbClr val="0F9D6B"/>
      </a:accent2>
      <a:accent3>
        <a:srgbClr val="D7263D"/>
      </a:accent3>
      <a:accent4>
        <a:srgbClr val="B26A00"/>
      </a:accent4>
      <a:accent5>
        <a:srgbClr val="5A6B70"/>
      </a:accent5>
      <a:accent6>
        <a:srgbClr val="D4DDE0"/>
      </a:accent6>
      <a:hlink>
        <a:srgbClr val="1F6FEB"/>
      </a:hlink>
      <a:folHlink>
        <a:srgbClr val="1F6FEB"/>
      </a:folHlink>
    </a:clrScheme>
    <a:fontScheme name="Resilience Alph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RESILIENCE-ALPHA</dc:title>
  <dc:subject>PptxGenJS Presentation</dc:subject>
  <dc:creator>Zouitni Yassine</dc:creator>
  <cp:lastModifiedBy>Zouitni Yassine</cp:lastModifiedBy>
  <cp:revision>1</cp:revision>
  <dcterms:created xsi:type="dcterms:W3CDTF">2026-10-20T11:07:19Z</dcterms:created>
  <dcterms:modified xsi:type="dcterms:W3CDTF">2026-10-20T11:07:19Z</dcterms:modified>
</cp:coreProperties>
</file>