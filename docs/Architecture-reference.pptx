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5c173e8a-b009-e9d1-c87d-95678c31b58d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Eyebrow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Titre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9692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A9BCC2"/>
                </a:solidFill>
              </a:defRPr>
            </a:lvl1pPr>
          </a:lstStyle>
          <a:p>
            <a:pPr indent="0" marL="0">
              <a:buNone/>
            </a:pPr>
            <a:r>
              <a:rPr lang="en-US" sz="1700" dirty="0">
                <a:solidFill>
                  <a:srgbClr val="A9BCC2"/>
                </a:solidFill>
              </a:rPr>
              <a:t>Sous-titre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Titre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M2 EPSI  ·  WORKSHOP 2026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Project RESILIENCE-ALPHA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9319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700" dirty="0">
                <a:solidFill>
                  <a:srgbClr val="A9BCC2"/>
                </a:solidFill>
              </a:rPr>
              <a:t>Une plateforme de paiement conteneurisée qui détecte l'anomalie par apprentissage, se répare, puis prouve la reprise par une transaction réelle — sans intervention humaine.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481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0 intervention humaine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Architecture de référence</a:t>
            </a:r>
            <a:endParaRPr lang="en-US" sz="2800" dirty="0"/>
          </a:p>
        </p:txBody>
      </p:sp>
      <p:pic>
        <p:nvPicPr>
          <p:cNvPr id="3" name="Image 0" descr="archref-diagram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207008"/>
            <a:ext cx="9052560" cy="5394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00200" y="1005840"/>
            <a:ext cx="292608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96596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Flux métier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520440" y="1005840"/>
            <a:ext cx="292608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8620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Trafic d'attaque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40680" y="1005840"/>
            <a:ext cx="292608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0644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Observation et verdict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360920" y="1005840"/>
            <a:ext cx="292608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2668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Action automatique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281160" y="1005840"/>
            <a:ext cx="292608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46920" y="868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Preuve de reprise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 cycle de résilience, en quatre états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1E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4708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0432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Sain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Score d'anomalie bas, la transaction de contrôle passe, le trafic métier s'écoule.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45536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2424" y="155448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1E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66744" y="184708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14216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Anomalie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2331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Score au-dessus du seuil plusieurs secondes de suite. Verdict confirmé par le détecteur.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36208" y="155448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1E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184708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0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Remédiation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2331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Le moteur applique le playbook : bannir l'IP, recréer le conteneur ou restaurer la base.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833104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79992" y="1554480"/>
            <a:ext cx="2615184" cy="2834640"/>
          </a:xfrm>
          <a:prstGeom prst="roundRect">
            <a:avLst>
              <a:gd name="adj" fmla="val 2797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D1B1E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54312" y="184708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01784" y="1755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Rétabli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54312" y="233172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Transaction de contrôle réussie. « Service rétabli en 0 à 22 s — 0 intervention humaine. »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Pendant toute la séquence, personne ne touche au clavier — c'est le point que le jury note.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77840"/>
            <a:ext cx="2615184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5778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Vault · secrets et rotation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92424" y="5577840"/>
            <a:ext cx="2615184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83864" y="55778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Terraform · Ansible · Packer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36208" y="5577840"/>
            <a:ext cx="2615184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7648" y="55778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Agent RAG · Ollama sur GPU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79992" y="5577840"/>
            <a:ext cx="2615184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71432" y="5577840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Proxmox HA · Docker Swarm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ilience Alpha">
  <a:themeElements>
    <a:clrScheme name="Resilience Alpha">
      <a:dk1>
        <a:srgbClr val="0D1B1E"/>
      </a:dk1>
      <a:lt1>
        <a:srgbClr val="FFFFFF"/>
      </a:lt1>
      <a:dk2>
        <a:srgbClr val="0F2024"/>
      </a:dk2>
      <a:lt2>
        <a:srgbClr val="F4F6F8"/>
      </a:lt2>
      <a:accent1>
        <a:srgbClr val="1F6FEB"/>
      </a:accent1>
      <a:accent2>
        <a:srgbClr val="0F9D6B"/>
      </a:accent2>
      <a:accent3>
        <a:srgbClr val="D7263D"/>
      </a:accent3>
      <a:accent4>
        <a:srgbClr val="B26A00"/>
      </a:accent4>
      <a:accent5>
        <a:srgbClr val="5A6B70"/>
      </a:accent5>
      <a:accent6>
        <a:srgbClr val="D4DDE0"/>
      </a:accent6>
      <a:hlink>
        <a:srgbClr val="1F6FEB"/>
      </a:hlink>
      <a:folHlink>
        <a:srgbClr val="1F6FEB"/>
      </a:folHlink>
    </a:clrScheme>
    <a:fontScheme name="Resilience Alph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RESILIENCE-ALPHA</dc:title>
  <dc:subject>PptxGenJS Presentation</dc:subject>
  <dc:creator>Zouitni Yassine</dc:creator>
  <cp:lastModifiedBy>Zouitni Yassine</cp:lastModifiedBy>
  <cp:revision>1</cp:revision>
  <dcterms:created xsi:type="dcterms:W3CDTF">2026-10-22T09:21:08Z</dcterms:created>
  <dcterms:modified xsi:type="dcterms:W3CDTF">2026-10-22T09:21:08Z</dcterms:modified>
</cp:coreProperties>
</file>